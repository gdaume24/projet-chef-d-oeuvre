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0429FB-3793-ADC8-FCF5-3369A7707D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AC2E294-74D7-32D1-449A-2D4DB80345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0E5441F-10A7-27CA-E8FF-52FF905D1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18/03/2024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0789B19-3C0D-52CA-2E58-92DA5C364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65B0A3-0690-628D-96CB-F374104DC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1635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580FE7-6ACB-AC02-5753-1D67A27BD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321F852-ADCC-8449-A10D-AB044A539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3D6B484-4B58-112B-D9A7-A507332A7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18/03/2024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40F6B7-79F4-BC04-C476-50DEB7FCD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DDB285C-939E-F492-EFF3-8855C31D4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16905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5409B9-80BE-5F51-E6EC-093EE1D84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626957-FFEE-FAE1-EAB4-06B6C911E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32E5401-C6D0-39C6-68A9-0065DA089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18/03/2024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F43827E-18E5-BF2A-9E71-71F9AF717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E15B19-53C5-287D-5BEC-8321A9669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0660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0ED34E-1CE5-9269-A10C-202E8E8F3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D163BA-02AF-1019-E0F8-BC86650ADF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251730B-3448-A820-4D45-32781E8263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E7C91C6-40DA-C1E2-191B-4276402E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18/03/2024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C3580D5-04E6-B6EF-962B-3E894DCEC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9F80706-6921-2BCC-634D-AA7A0E502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3896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93038C-2931-D8FE-AD36-88304A061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8C11667-41B7-30FB-F5B0-A20A603407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F538D88-429A-A0D2-B7B0-23494BCAC7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7AC7FF3-EFFB-60CB-C4A2-00EDB1C7F3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480F6D9-C0B8-0FC1-A865-B8A0C320FD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BB3276-8F88-0780-336A-1AA6A6C5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18/03/2024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A1C96D8-C687-774B-B1F9-5E672117B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50557D3-79D2-CE55-2871-354987C69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929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D73BC1-8982-F8C9-4245-C31D7253C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AA45D38-B29B-32FF-3C30-E3AE09414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18/03/2024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F3D7E88-6A3D-38CD-38C8-E64F458DA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540C159-CD13-F3CB-F7F4-C344E5763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135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E399715-803D-C498-F3FD-BD4F6B888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18/03/2024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AB599FD-A88C-30D5-F3F8-ABD6CAF3B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1C2C1B9-DE96-6360-08E7-B712235D8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6255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2EE00A-E947-5130-FB25-6B040B051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FA1AF6-D005-8DF0-08C7-D6448BF60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CB05E61-E65B-782E-F869-C5B099909A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5084CE5-3380-5D08-5F2D-9D33B4F33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18/03/2024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CE6BC47-1260-0B4C-7F41-FB483A4D2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808477A-8D54-71AD-A35B-235FF1BD0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032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F1FBFB-3E7D-AD2C-39FA-E2D986E11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D4F651C-FF99-6FDE-504D-EB795593E4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6E7F4CF-50A6-C5B7-A5E0-46F547983C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6BE4A0-F927-AC7F-8F72-80176E8CC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18/03/2024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493EA3D-25D4-FFD7-A7A3-24818B2C3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774C359-5230-4628-835D-BDB79311B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35245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07F51B-BA0C-D085-D8C4-D74267BCD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BE89500-BA5B-6F75-64C7-3D3D61B77D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5DA3F00-A589-2B3B-C46A-1FB2134CD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18/03/2024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E27479B-F27E-BAD2-6D25-2AE3E9E1D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179279-1028-617F-81FE-600257A28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08318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BF1AF93-0D8B-0870-AF15-A787AAF3DD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1089EDC-A0F5-6D11-2C9D-928B41118C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A139499-AA0B-7133-9B08-1363E5F5D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1C364-3579-4C44-8014-993F2536BA90}" type="datetimeFigureOut">
              <a:rPr lang="fr-FR" smtClean="0"/>
              <a:t>18/03/2024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4D9EF0C-935F-82C6-2826-1115D1A27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BA3F3ED-99BD-2AFA-016C-5A3305DA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448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8382372-576F-7D7E-22FB-7C8454C48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95C7F79-75ED-ED1F-315E-E51B7CCE18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25F3614-CB1F-3B91-0240-C49D4116D5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81C364-3579-4C44-8014-993F2536BA90}" type="datetimeFigureOut">
              <a:rPr lang="fr-FR" smtClean="0"/>
              <a:t>18/03/2024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215AF-B391-7C9E-57FC-AF2C445B5D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E0EF71-0401-FFEB-EB6A-958A2BE4B0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6AB71-0B36-4B80-B991-039F7D68F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4704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56023B-C1FB-06CE-47C5-115060AAA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8929" y="924232"/>
            <a:ext cx="11307097" cy="1366685"/>
          </a:xfrm>
        </p:spPr>
        <p:txBody>
          <a:bodyPr/>
          <a:lstStyle/>
          <a:p>
            <a:r>
              <a:rPr lang="fr-BJ" dirty="0"/>
              <a:t>Présentation du projet chef d’</a:t>
            </a:r>
            <a:r>
              <a:rPr lang="fr-FR" dirty="0"/>
              <a:t>œuvre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F02B1F0-9490-83BC-5D2A-39B784814B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2451" y="4342417"/>
            <a:ext cx="11307097" cy="1591351"/>
          </a:xfrm>
        </p:spPr>
        <p:txBody>
          <a:bodyPr>
            <a:normAutofit/>
          </a:bodyPr>
          <a:lstStyle/>
          <a:p>
            <a:r>
              <a:rPr lang="fr-BJ" sz="3000" dirty="0"/>
              <a:t>Détection des troubles de la santé mentale et du besoin de traitement avec l’IA chez les gens qui travailleurs dans le domaine de la technologie</a:t>
            </a:r>
            <a:endParaRPr lang="fr-FR" sz="3000" dirty="0"/>
          </a:p>
        </p:txBody>
      </p:sp>
    </p:spTree>
    <p:extLst>
      <p:ext uri="{BB962C8B-B14F-4D97-AF65-F5344CB8AC3E}">
        <p14:creationId xmlns:p14="http://schemas.microsoft.com/office/powerpoint/2010/main" val="42757009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C259C4-15CF-5FF1-5FA6-82A0B8072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407" y="315964"/>
            <a:ext cx="10515600" cy="1325563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409ECA-B691-5B1C-5CCA-878C26167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024515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ma couleur">
      <a:dk1>
        <a:srgbClr val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2481BA"/>
      </a:hlink>
      <a:folHlink>
        <a:srgbClr val="B4176D"/>
      </a:folHlink>
    </a:clrScheme>
    <a:fontScheme name="Personnalisé 1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Coin lumineux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iapo" id="{5C2DFD65-32EA-419D-A3BB-73EA94B127E4}" vid="{4352638B-D918-4A4B-B4E0-B60BF4A6168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mon modele</Template>
  <TotalTime>0</TotalTime>
  <Words>31</Words>
  <Application>Microsoft Office PowerPoint</Application>
  <PresentationFormat>Grand écran</PresentationFormat>
  <Paragraphs>2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Thème Office</vt:lpstr>
      <vt:lpstr>Présentation du projet chef d’œuvre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du projet chef d’œuvre</dc:title>
  <dc:creator>Geoffroy Daumer</dc:creator>
  <cp:lastModifiedBy>Geoffroy Daumer</cp:lastModifiedBy>
  <cp:revision>2</cp:revision>
  <dcterms:created xsi:type="dcterms:W3CDTF">2024-03-18T21:34:55Z</dcterms:created>
  <dcterms:modified xsi:type="dcterms:W3CDTF">2024-03-18T23:08:57Z</dcterms:modified>
</cp:coreProperties>
</file>